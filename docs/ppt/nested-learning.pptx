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4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Nested Learning: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DDE8F0"/>
                </a:solidFill>
              </a:defRPr>
            </a:pPr>
            <a:r>
              <a:t>The Illusion of Deep Learning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</a:defRPr>
            </a:pPr>
            <a:r>
              <a:t>Behrouz, Razaviyayn, Zhong, Mirrokni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DD"/>
                </a:solidFill>
              </a:defRPr>
            </a:pPr>
            <a:r>
              <a:t>NeurIPS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Research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Deep stacking has 4 limits: computational depth unchanged, marginal capacity gain, suboptimal optimization, no continual learning improvement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LLMs after pre-training resemble anterograde amnesia patients - cannot form new long-term memories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Brain achieves continual learning via multi-timescale memory consolidation (online + offline)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Key question: Do we need a new learning paradigm beyond layer stacking?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Core Problem: The Static Nature of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LLM knowledge limited to: immediate context window (short-term) or pre-trained MLP params (long-term)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Cannot acquire new knowledge after deployment unless info fits in context window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Existing solutions are expensive, lack generalization, suffer catastrophic forgetting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In-context learning is the only adaptable component, but limited to context window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4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Nested Learning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</a:defRPr>
            </a:pPr>
            <a:r>
              <a:t>Reinterpreting deep learning as nested optimization problems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Biological Inspiration: Multi-Timescale Brain Updates</a:t>
            </a:r>
          </a:p>
        </p:txBody>
      </p:sp>
      <p:pic>
        <p:nvPicPr>
          <p:cNvPr id="4" name="Picture 3" descr="b5c6888dccffcf9c49fe36f2e8cc609ffbd6ddb218603aa4457eb7373ee35b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Brain coordinates via Delta~Gamma oscillation bands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Lower neurons: high-freq update; Higher neurons: slow integration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NL reinterprets Transformers as linear layers with different update frequencies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Uniform &amp; reusable structure + multi-timescale = continual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Core Insight: Learning = Compressing Context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All DL components (networks + optimizers) are associative memory systems compressing their own context flow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Associative Memory: operator mapping keys to values, learned by optimizing an objective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Training = acquiring memory that maps data to Local Surprise Signal (LSS)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Components ordered by update frequency form nested multi-level optimization problems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NL Paradigm vs Deep Learning Perspective</a:t>
            </a:r>
          </a:p>
        </p:txBody>
      </p:sp>
      <p:pic>
        <p:nvPicPr>
          <p:cNvPr id="4" name="Picture 3" descr="109cf9ff8de6674b17b2752024ccc6ac082dfd362a7a626c4e8ae84ea14b5b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Deep Learning: flattened view, single gradient flow, opaque internals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NL: each sub-component has independent gradient flow &amp; objective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Neural Learning Module: multi-level, each level compresses context at different timescale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Contribution 1: Deep Optimizers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Momentum is a key-less associative memory compressing past gradients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Adam (with minor modification) is the optimal associative memory for gradients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Ext 1 - Stronger Association: preconditioning (Hessian info)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Ext 2 - Stronger Objective: delta-rule for better capacity management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Ext 3 - Stronger Memory: MLP replaces linear (Deep Momentum GD)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Ext 4 - Nonlinear Output: Newton-Schulz -&gt; Muon optimizer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4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HoPE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</a:defRPr>
            </a:pPr>
            <a:r>
              <a:t>Self-Modifying Titans + Continuum Memory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Contributions 2 &amp; 3: Self-Modifying + Continuum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Self-Modifying Titans: learns to modify its own update algorithm, dynamically adjusts q/k/v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Continuum Memory System (CMS): chain of MLP blocks, each updated at different frequency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CMS generalizes long/short-term memory dichotomy into continuous spectrum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Each MLP params compress own context - representative of abstract knowledge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HoPE vs Transformer Architecture</a:t>
            </a:r>
          </a:p>
        </p:txBody>
      </p:sp>
      <p:pic>
        <p:nvPicPr>
          <p:cNvPr id="4" name="Picture 3" descr="7b8edee6945be0eb0adb154a3e8a8c4dea752df596ac0ac3a71edbedd0008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Transformer: only 2 extreme frequency levels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HoPE fills the gap: High/Mid/Low Frequency FFN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Chunk Length: 16 -&gt; 1M -&gt; 16M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Frequency: 1M -&gt; 16 -&gt; 1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Smooth spectrum vs two extremes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4B5"/>
                </a:solidFill>
              </a:defRPr>
            </a:pPr>
            <a:r>
              <a:t>760M params / 30B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HoPE Avg: 52.26% (best)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Titans LMM: 51.56%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Samba: 51.08%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Transformer++: 48.69%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4B5"/>
                </a:solidFill>
              </a:defRPr>
            </a:pPr>
            <a:r>
              <a:t>1.3B params / 100B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HoPE Avg: 57.23% (best)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Titans LMM: 56.82%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Samba: 54.00%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Transformer++: 52.25%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Key: Dynamic q/k/v projections + deep memory -&gt; lower perplexity &amp; higher accuracy. Advantage grows with 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Summary &amp; Critical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NL: unified, math white-box, neuroscience-grounded framework for understanding DL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HoPE consistently outperforms Transformer++ and modern RNNs across scales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Limitation: main paper incomplete due to page limit; many experiments only in appendix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Performance gap modest (57.23 vs 56.82 at 1.3B) - needs larger-scale validation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Open: Can NL guide new architecture design? CMS frequency selection theory?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