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0" y="3474720"/>
            <a:ext cx="3962095" cy="508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A1A2E"/>
                </a:solidFill>
              </a:defRPr>
            </a:pPr>
            <a:r>
              <a:t>Conditional Memory via Scalable Lookup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7619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4A4A6A"/>
                </a:solidFill>
              </a:defRPr>
            </a:pPr>
            <a:r>
              <a:t>A New Axis of Sparsity for Large Language Models</a:t>
            </a:r>
            <a:br/>
            <a:r>
              <a:t>DeepSeek AI | 2025</a:t>
            </a:r>
            <a:br/>
            <a:r>
              <a:t>论文精读汇报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研究背景与动机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稀疏性是LLM扩展的核心原则，MoE通过条件计算实现容量扩展，已成为前沿模型的标准范式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语言建模本质上包含两个子任务：组合推理（需要深层动态计算）与知识检索（局部、静态、高度模式化）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经典N-gram模型能高效捕捉局部依赖，说明这些规律天然适合用查找而非计算来表示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当前Transformer缺乏原生知识查找原语，被迫用多层Attention+FFN模拟静态查找表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例如：识别"Diana, Princess of Wales"需要消耗6层逐步构建特征，本质上是昂贵的运行时重建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核心思想：条件记忆 vs 条件计算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条件计算（MoE）：稀疏激活参数处理动态逻辑，擅长组合推理，但对静态模式效率低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条件记忆（Engram）：稀疏查找操作检索静态嵌入，O(1)常数时间，专门处理固定知识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两者结构互补：MoE负责深层推理，Engram负责知识查找，各司其职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Engram = 经典N-gram嵌入 + 四项现代化改造：tokenizer压缩、多头哈希、上下文门控、多分支集成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核心优势：将"用计算模拟记忆"转变为"用查找替代计算"，释放网络深度用于更高层推理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Engram 架构设计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检索阶段 → 融合阶段 → 系统设计</a:t>
            </a:r>
            <a:br/>
            <a:r>
              <a:t>Tokenizer压缩 · 多头哈希 · 上下文门控 · 因果卷积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Engram 整体架构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853aef65961c6b9429369ceb08f0accc4a3021ce66d5ad2e0df9aeb3f12d479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数据流：Token → Vocab Embedding → Engram → Attention → MoE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检索阶段：提取suffix N-gram → 哈希映射 → 查嵌入表（O(1)）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融合阶段：hidden state作Query动态门控 → 因果卷积扩展感受野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通过残差连接集成到Transformer层，仅在特定层插入（Layer 2和15）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关键设计组件详解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Tokenizer压缩：NFKC归一化+小写化，将语义等价token映射为同一ID，128k词表缩减23%，提高N-gram语义密度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多头哈希：每个N-gram阶数使用K个独立哈希头，素数大小嵌入表，乘法-XOR哈希实现，有效缓解哈希冲突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上下文感知门控：hidden state作Query，检索memory作Key/Value，RMSNorm稳定梯度，标量门控αt∈(0,1)自动抑制噪声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Depthwise因果卷积：kernel=4, dilation=8（=最大N-gram阶数），SiLU激活，扩展感受野增强非线性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多分支集成：共享嵌入表+共享Wv，每分支独立Wk门控，平衡效率与表达力（默认M=4分支）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系统设计：计算-存储解耦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6408d0b8fea236ab4df4272a3366766b9f044cd1a5b589faf7a13e42d1f27df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训练：embedding table分片到多GPU，All-to-All通信交换活跃行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推理：offload到主机内存，确定性寻址支持异步prefetch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关键：利用前面Transformer层的计算时间掩盖PCIe通信延迟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Zipf分布支持多级缓存层次：GPU HBM → Host DRAM → NVMe SSD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缩放定律与稀疏容量分配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核心问题：固定参数预算下，MoE与Engram如何最优分配？</a:t>
            </a:r>
            <a:br/>
            <a:r>
              <a:t>发现：U型缩放定律 · 最优ρ≈75%-80%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U型缩放定律与无限内存缩放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44c062d736c965077330a673248cfad4dfe5d671d50efcd868ddeb8dfec23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左图：分配比ρ的U型曲线，最优ρ≈75%-80%，纯MoE（ρ=1）次优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10B规模：loss从1.7248（纯MoE）降至1.7109（最优分配），Δ=0.0139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ρ→100%：缺乏静态记忆，被迫用计算重建；ρ→0%：缺乏推理能力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右图：无限内存regime下log-linear缩放，每10倍slots降低~0.035 loss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Engram比OverEncoding在相同内存预算下释放更大缩放潜力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EF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534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2B5797"/>
                </a:solidFill>
              </a:defRPr>
            </a:pPr>
            <a:r>
              <a:t>实验结果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3840480"/>
            <a:ext cx="6705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A4A6A"/>
                </a:solidFill>
              </a:defRPr>
            </a:pPr>
            <a:r>
              <a:t>大规模预训练 · 长上下文训练 · 机制分析</a:t>
            </a:r>
            <a:br/>
            <a:r>
              <a:t>4模型对比 · 262B tokens · 25+个benchmark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预训练结果：全面超越MoE基线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知识与推理（vs MoE-27B）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MMLU: 57.4→60.4 (+3.0)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CMMLU: 57.9→61.9 (+4.0)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BBH: 50.9→55.9 (+5.0)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ARC-Challenge: 70.1→73.8 (+3.7)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DROP: 55.7→59.0 (+3.3)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代码与数学（vs MoE-27B）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HumanEval: 37.8→40.8 (+3.0)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MATH: 28.3→30.7 (+2.4)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GSM8K: 58.4→60.6 (+2.2)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MGSM: 46.8→49.4 (+2.6)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CruxEval-i: 30.7→32.2 (+1.5)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长上下文：释放注意力容量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核心论点：Engram将局部依赖卸载到静态查找，释放注意力容量用于全局上下文管理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实验设计：选择Engram-27B(46k)与MoE-27B(50k)对齐预训练loss，创建严格的Iso-Loss控制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Iso-Loss设置：Multi-Query NIAH 97.0 vs 84.2（+12.8），Variable Tracking 87.2 vs 77.0（+10.2）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FWE（高频词提取）：99.3 vs 73.0（+26.3），提升最为惊人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极端设置：仅82%计算量的Engram-27B(41k)在RULER上已超越完全训练的MoE-27B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机制分析：等效加深网络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3d7e70042b917eec0e3a9f6de58dd189cd1e655af876a05c5727ec5c932cad3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50292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LogitLens：Engram早期层KL散度比MoE低1.5-2.0，预测收敛显著加速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CKA：Engram第5层 ≈ MoE第12层（偏移5-7层），等效加深网络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敏感性分析：关闭Engram后知识任务崩溃（TriviaQA仅29%），阅读理解保持（C3达93%）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系统效率：100B参数表offload到主机内存，吞吐量损失仅1.9%-2.8%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消融实验与工程验证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架构消融发现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Layer 2是最优单层插入点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双层（Layer 2+6）优于单层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最关键组件：多分支融合、上下文门控、tokenizer压缩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卷积影响较小，4-gram在小预算下略逊于2/3-gram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B5797"/>
                </a:solidFill>
              </a:defRPr>
            </a:pPr>
            <a:r>
              <a:t>工程效率验证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100B参数表完全offload到CPU内存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4B backbone：9031→8858 tok/s（-1.9%）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8B backbone：6315→6140 tok/s（-2.8%）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保守基线，优化后开销更低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6200" cy="68580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828800" cy="38100"/>
          </a:xfrm>
          <a:prstGeom prst="rect">
            <a:avLst/>
          </a:prstGeom>
          <a:solidFill>
            <a:srgbClr val="2B57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核心贡献：提出条件记忆作为条件计算（MoE）的互补稀疏性轴，重新定义LLM稀疏性设计空间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U型缩放定律：首次形式化Sparsity Allocation问题，发现MoE与记忆之间的最优分配比（ρ≈75%-80%）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超预期发现：记忆模块不仅帮助知识检索，更大幅提升推理/代码/数学能力（BBH +5.0, MATH +2.4）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机制解释：等效加深网络 + 释放注意力容量 → 长上下文显著提升（MQ NIAH: +12.8）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工程价值：确定性寻址实现基础设施感知效率，100B参数表offload开销&lt;3%</a:t>
            </a:r>
          </a:p>
          <a:p>
            <a:pPr>
              <a:spcAft>
                <a:spcPts val="1000"/>
              </a:spcAft>
              <a:defRPr sz="1800">
                <a:solidFill>
                  <a:srgbClr val="333333"/>
                </a:solidFill>
              </a:defRPr>
            </a:pPr>
            <a:r>
              <a:t>展望：条件记忆作为下一代稀疏模型的不可或缺的建模原语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