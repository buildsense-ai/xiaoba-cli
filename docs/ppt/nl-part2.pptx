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生物启发：大脑的多时间尺度更新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5c6888dccffcf9c49fe36f2e8cc609ffbd6ddb218603aa4457eb7373ee35b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大脑通过 Delta~Gamma 五种频段协调神经活动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低层神经元高频更新，高层神经元低频整合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NL 将 Transformer 解读为按不同频率更新的线性层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核心洞察：学习 = 压缩上下文流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所有深度学习组件都是压缩自身上下文流的关联记忆系统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训练 = 将数据映射到 Local Surprise Signal 的记忆获取过程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不同组件按更新频率排序，形成嵌套的多层级优化问题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NL 范式 vs 深度学习视角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9cf9ff8de6674b17b2752024ccc6ac082dfd362a7a626c4e8ae84ea14b5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深度学习：扁平化视角，单一梯度流，内部不透明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NL：每个子组件有独立梯度流和优化目标，数学白盒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Neural Learning Module：多层级结构，逐层压缩上下文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