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3474720"/>
            <a:ext cx="3962095" cy="508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GLM-4.5: Agentic, Reasoning, and Coding (ARC)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A4A6A"/>
                </a:solidFill>
              </a:defRPr>
            </a:pPr>
            <a:r>
              <a:t>智谱 AI &amp; 清华大学 | arXiv 2508.06471 | 2025.07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ARC 三能力框架与整体定位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c188624ca02a86a6173228469f50949b84834fde8ce97ffa41c4e7b3c5597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提出 ARC（Agentic + Reasoning + Coding）统一评估框架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355B 总参数 / 32B 激活参数（MoE 架构）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12 个 ARC benchmark 综合排名全球第3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Agentic 能力排名第2，仅次于 OpenAI o3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参数量仅为 DeepSeek-R1 的 1/2、Kimi K2 的 1/3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参数效率：Pareto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cf2722168b874740305ddcefdc2672d3770f4a4f542c72bb7287324fd5145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SWE-bench Verified vs 模型参数量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GLM-4.5 和 GLM-4.5-Air 均位于 Pareto 前沿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以更少参数实现与更大模型相当的性能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GLM-4.5-Air（106B/12B）在百亿级模型中领先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MoE 架构设计：减宽增深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GLM-4.5（355B/32B）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89 MoE 层 + 3 Dense 层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160 专家，每 token 激活 8 个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96 注意力头（2.5x 常规）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Hidden dim 5120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GQA + Partial RoPE + QK-Norm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设计哲学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与 DeepSeek-V3 宽而浅 相反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更深网络 → 更强推理能力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2.5x 注意力头不改善 loss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但持续提升推理 benchmark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MTP 层支持推测解码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多阶段预训练与中训练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e56dd5195760a6ad4b4cc0c45d9111d5f4626451c47d32498e277a637e29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 阶段渐进式训练，共 23T tokens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Stage 1-2: 15T 通用 + 7T 代码/推理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Mid-training: 仓库级代码 → 合成推理 → 长上下文+Agent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序列长度从 4K → 32K → 128K 渐进扩展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Muon 优化器 + Cosine Decay 学习率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Post-Training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专家训练 → 统一蒸馏：全文技术精华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后训练框架：两阶段策略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1 专家训练：分别训练 Reasoning / Agent / General 三个领域专家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2 统一蒸馏：通过自蒸馏整合为混合推理通用模型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混合推理模式：thinking mode（复杂推理）+ non-thinking mode（即时回答）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Cold Start SFT → Overall SFT → 领域 RL → 统一蒸馏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XML-like Function Call 模板：减少代码参数字符转义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Reasoning RL：难度课程学习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4ee4ff542ff6ae013bc5aafcc18e9d8e20dc8d47580b5f1eeef31046dd25e7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两阶段难度课程：AIME 24 从 74.5% → 83.4%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第二阶段切换到极难题（pass@8=0, pass@512&gt;0）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单阶段 64K 训练优于多阶段渐进扩展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动态采样温度：收敛时自动升温促进探索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Token-weighted mean loss 加速 Code RL 收敛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Agentic RL：迭代自蒸馏与交互轮次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daf72ae7d95e0fa0304ce0d15eb344ac62a196500e7b6fb9f2028bf16aecb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迭代自蒸馏：RL → 蒸馏 → 更难 RL 循环推高上限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BrowseComp 上交互轮次呈 log-linear scaling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通过增加环境交互轮次实现 test-time scaling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Outcome supervision + process format penalty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Web search + SWE 两类 agent 任务联合训练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Slime：开源 RL 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96360f44cf6a9fc7bb96d87bbbcd842ae427582ca7992cab95a900becfda6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同步模式：推理任务，训练+推理同 GPU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异步模式：Agent 任务，训练与推理解耦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BF16 训练 + FP8 推理加速 rollout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Docker 隔离环境支持高并发 agent rollout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统一 HTTP 接口兼容多种 agent 框架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12 ARC Benchmarks + 人工评测 + 翻译专项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ARC Benchmark 核心结果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Agentic（均值第2）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TAU-bench 70.1%（约等于 Claude Sonnet 4）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BFCL V3 77.8%（最佳）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BrowseComp 26.4%（超 Claude Opus 4）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但落后 o3（49.7%）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Reasoning 与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AIME 24: 91.0%（超 o3）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GPQA 79.1%, HLE 14.4%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SWE-bench 64.2%（超 GPT-4.1）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Terminal-Bench 37.5%（超 Claude Sonnet 4）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AA-Index 67.7，落后 Grok 4（73.2）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人工评测与翻译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General Chat：英/中/多语言三项均最高分，超 DeepSeek-R1 和 Kimi K2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CC-Bench 编码 Agent：vs Claude Sonnet 4 胜率 40.4%，接近持平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 calling 成功率 90.6%，所有模型中最高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翻译专项：100 个高难度案例，显著超越专用翻译模型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能处理网络用语、领域昵称、文化 meme 等深层语境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总结与评价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核心贡献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ARC 统一框架 + 三项全能开源模型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减宽增深 MoE 设计哲学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专家训练→统一蒸馏后训练范式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Reasoning/Agentic/General RL 技术套件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Slime 开源 RL 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局限性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Reasoning AA-Index 仅排第7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Base model 数学能力偏弱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BrowseComp 与 o3 差距显著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消融实验基于小模型非 GLM-4.5 本身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缺乏训练成本分析和局限性讨论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