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3474720"/>
            <a:ext cx="3962095" cy="508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1A2E"/>
                </a:solidFill>
              </a:defRPr>
            </a:pPr>
            <a:r>
              <a:t>GLM-4.5: Agentic, Reasoning, and Coding (ARC) Foundation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840480"/>
            <a:ext cx="7619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4A4A6A"/>
                </a:solidFill>
              </a:defRPr>
            </a:pPr>
            <a:r>
              <a:t>GLM-4.5 Team (Zhipu AI) | Technical Report 2025 | arXiv: 2508.06471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Research Background and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LLM evolving from knowledge repositories to general problem-solvers, AGI requires unified cross-domain capabilities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ARC framework: Agentic (tool interaction) + Reasoning (multi-step) + Coding (software engineering)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Proprietary models (o3, Claude Sonnet 4) excel in single domains, but open-source lacks a unified model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Core Gap: no single powerful open-source model excels across all three ARC areas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Model Overview and Positioning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GLM-4.5: 355B total / 32B activated params (MoE), first MoE architecture in GLM series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GLM-4.5-Air: 106B / 12B, strong competitor at 100B scale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Ranked 3rd globally on 12 ARC benchmarks (open + proprietary), 2nd on Agentic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Parameter efficient: 1/2 of DeepSeek-R1, 1/3 of Kimi K2, on Pareto Frontier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Hybrid reasoning: thinking mode (deep) + non-thinking mode (instant)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MoE Architecture: Narrower but Deeper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B5797"/>
                </a:solidFill>
              </a:defRPr>
            </a:pPr>
            <a:r>
              <a:t>Design Philosophy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Unlike DeepSeek-V3/Kimi K2: reduce width, increase depth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Deeper models show better reasoning capacity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2.5x attention heads (96): improves reasoning benchmarks despite same loss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GQA + partial RoPE + QK-Norm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B5797"/>
                </a:solidFill>
              </a:defRPr>
            </a:pPr>
            <a:r>
              <a:t>GLM-4.5 vs Air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MoE layers: 89 vs 45 (largest gap)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Experts: 160 vs 128 (8 activated per token)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Hidden dim: 5120 vs 4096 (-20%)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Attention structure identical (96/8/128)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Air mainly reduces depth for efficiency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Multi-Stage Pre-Training: General to Specialized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Stage 1: General Pre-training (15T tokens, 4K seq) - web corpus, quality-based bucketing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Stage 2: Code and Reasoning Continual (7T, 4K) - upsample code, math, science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Stage 3: Repo-Level Code (500B, 32K) - cross-file dependency, issues/PRs/commits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Stage 4: Synthetic Reasoning (500B, 32K) - synthesized math/science reasoning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Stage 5: Long Context and Agent (100B, 128K) - long docs + synthetic agent trajectories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F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B5797"/>
                </a:solidFill>
              </a:defRPr>
            </a:pPr>
            <a:r>
              <a:t>Post-Training: Expert Model Iteration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3840480"/>
            <a:ext cx="6705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4A4A6A"/>
                </a:solidFill>
              </a:defRPr>
            </a:pPr>
            <a:r>
              <a:t>Stage 1: Expert Models (Reasoning / Agent / General) then Stage 2: Self-Distillation into Hybrid Reasoning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SFT and Hybrid Reasoning Mode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Cold Start SFT: small CoT data provides RL cold start foundation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Overall SFT: millions of samples distilled from experts, balanced thinking/non-thinking data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XML-like Function Call template: special token tags replace JSON, reducing character escaping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Prompt Selection: removing easiest 50% prompts improves math/science by 2-4%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Automatic Agentic SFT: framework collection, task synthesis, trajectory generation, quality filtering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Reasoning RL: Four Key Techniques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Two-stage difficulty curriculum: moderate then extreme, AIME 24 from 74.5% to 83.4%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Single-stage 64K training: direct max-length RL outperforms multi-stage (83.4% vs 80.6%)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Dynamic sampling temperature: increase when reward stabilizes, validation set controls upper bound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Code RL: token-weighted mean loss converges 40% faster than sequence-mean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Science RL: expert-verified data only yields best results (GPQA 65.8% vs mixed 62.9%)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Agentic RL: Iterative Distillation and Scaling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Two task types: Web Search (multi-hop reasoning) + Software Engineering (GitHub PR + tests)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Iterative self-distillation: RL then distill then harder RL, progressively pushing limits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Outcome supervision + process format penalty: final answer reward + zero reward for format errors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Test-time scaling via interaction turns: log-linear scaling on BrowseComp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8 to 96 turns: 4.3% to 26.5% accuracy, diminishing returns at high compute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General RL and Slime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B5797"/>
                </a:solidFill>
              </a:defRPr>
            </a:pPr>
            <a:r>
              <a:t>General 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Multi-source feedback: rules + RLHF + RLAIF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Instruction Following: 7 major / 151 minor constraint types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Function Calling: step-wise + end-to-end dual mode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Pathology RL: efficient penalty for rare pathological behaviors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B5797"/>
                </a:solidFill>
              </a:defRPr>
            </a:pPr>
            <a:r>
              <a:t>Slime RL Framework (Open-Source)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Three modules: Training(Megatron) + Rollout(SGLang) + Data Buffer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Sync mode: general/reasoning RL (reduce GPU idle)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Async mode: Agent RL (decouple long interactions)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BF16 training + FP8 inference for rollout acceleration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F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B5797"/>
                </a:solidFill>
              </a:defRPr>
            </a:pPr>
            <a:r>
              <a:t>Evaluation: Comprehensive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3840480"/>
            <a:ext cx="6705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4A4A6A"/>
                </a:solidFill>
              </a:defRPr>
            </a:pPr>
            <a:r>
              <a:t>12 ARC Benchmarks + Human Evaluation + Translation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ARC Benchmark Core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Agentic (Avg Rank 2): TAU-bench 70.1%, BFCL V3 77.8% (best), BrowseComp 26.4%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Reasoning (AA-Index 67.7): AIME 91.0% (beats o3), but GPQA/HLE/LCB behind Grok 4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Coding (Avg Rank 3): SWE-bench 64.2% (beats GPT-4.1/Gemini), Terminal-Bench 37.5%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General: MMLU flagship level, SimpleQA matches 671B DeepSeek, IFEval/SysBench beats competitors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Safety: SafetyBench 89.87, comparable to Kimi-K2 and GPT-4.1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Human Evaluation and Translation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General Chat (660 prompts): highest average score across English, Chinese, and multilingual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CC-Bench Coding Agent: 40.4% win vs Claude Sonnet 4, 53.9% win vs Kimi K2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Tool calling success rate: GLM-4.5 90.6% &gt; Claude Sonnet 4 89.5% &gt; Kimi-K2 86.2%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Translation (100 challenging cases): significantly outperforms specialized translation models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Summary and Critical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contributions: ARC unified framework + narrower-deeper MoE + expert-to-unified distillation + RL techniques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Strengths: parameter efficiency (355B matches 1000B-level), hybrid reasoning, high open-source transparency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Limitations: Reasoning ranks 7th (behind Grok 4), weak base model math, large BrowseComp gap vs o3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Open questions: narrow-deep vs wide-shallow MoE debate, agent scaling ceiling, expert distillation vs end-to-end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