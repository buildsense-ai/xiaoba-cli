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3474720"/>
            <a:ext cx="3962095" cy="508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Conditional Memory via Scalable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A4A6A"/>
                </a:solidFill>
              </a:defRPr>
            </a:pPr>
            <a:r>
              <a:t>A New Axis of Sparsity for Large Language Models</a:t>
            </a:r>
            <a:br/>
            <a:r>
              <a:t>DeepSeek AI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研究背景与动机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稀疏性是LLM扩展的核心原则，MoE通过条件计算实现容量扩展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语言建模包含两个本质不同的子任务：组合推理 vs 知识检索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知识检索（命名实体、固定搭配）是局部、静态、高度模式化的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Transformer缺乏原生知识查找原语，被迫用多层计算模拟静态查找表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核心问题：能否引入互补的稀疏性轴来解决这一结构性低效？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核心思想：条件记忆 vs 条件计算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条件计算（MoE）：稀疏激活参数处理动态逻辑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条件记忆（Engram）：稀疏查找操作检索静态嵌入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两者结构互补：MoE负责推理，Engram负责知识查找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Engram = 经典N-gram嵌入 + 现代化改造（O(1)常数时间查找）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Engram 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Tokenizer压缩 → 多头哈希检索 → 上下文门控 → 因果卷积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Engram 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53aef65961c6b9429369ceb08f0accc4a3021ce66d5ad2e0df9aeb3f12d479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数据流：Token → Engram → Attention → MoE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检索阶段：N-gram哈希 → 嵌入表查找（O(1)）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融合阶段：上下文门控动态调制 + 因果卷积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通过残差连接集成到Transformer层中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关键设计组件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Tokenizer压缩：NFKC+小写化，128k词表缩减23%，提高N-gram语义密度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多头哈希：K个独立哈希头缓解冲突，乘法-XOR哈希实现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上下文感知门控：hidden state作Query，检索memory作Key/Value，标量门控αt∈(0,1)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Depthwise因果卷积：kernel=4, dilation=8, SiLU激活，扩展感受野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系统设计：计算-存储解耦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408d0b8fea236ab4df4272a3366766b9f044cd1a5b589faf7a13e42d1f27d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训练：embedding table分片到多GPU，All-to-All通信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推理：offload到主机内存，确定性prefetch掩盖延迟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Zipf分布支持多级缓存层次（HBM→DRAM→SSD）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缩放定律与稀疏容量分配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U型缩放定律 · 最优分配比 · 无限内存缩放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U型缩放定律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44c062d736c965077330a673248cfad4dfe5d671d50efcd868ddeb8dfec23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分配比ρ：MoE专家容量占稀疏参数预算的比例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最优ρ≈75%-80%，纯MoE（ρ=1）次优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10B规模：loss从1.7248降至1.7109（Δ=0.0139）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无限内存regime：log-linear缩放，更大记忆持续有效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大规模预训练 · 长上下文 · 机制分析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预训练结果：全面超越MoE基线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知识与推理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MMLU: +3.0 (57.4→60.4)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CMMLU: +4.0 (57.9→61.9)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BBH: +5.0 (50.9→55.9)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ARC-C: +3.7 (70.1→73.8)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代码与数学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HumanEval: +3.0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MATH: +2.4 (28.3→30.7)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GSM8K: +2.2 (58.4→60.6)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MGSM: +2.6 (46.8→49.4)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长上下文：释放注意力容量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Engram将局部依赖卸载到静态查找，释放注意力用于全局上下文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Iso-Loss设置下：Multi-Query NIAH 97.0 vs 84.2（+12.8）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Variable Tracking: 89.0 vs 77.0（+12.0）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FWE: 99.3 vs 73.0（+26.3）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仅82%计算量的Engram已在RULER上超越完全训练的MoE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机制分析：等效加深网络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d7e70042b917eec0e3a9f6de58dd189cd1e655af876a05c5727ec5c932cad3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LogitLens：早期层KL散度降低1.5-2.0，预测收敛加速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CKA：Engram第5层 ≈ MoE第12层（偏移5-7层）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结论：Engram释放早期层静态重建负担，等效加深网络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消融与工程效率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关键消融发现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Layer 2是最优单层插入点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多分支融合、门控、tokenizer压缩最关键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关闭Engram：知识任务崩溃（TriviaQA仅29%）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阅读理解保持（C3保留93%）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系统效率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100B参数表offload到主机内存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4B backbone：吞吐量损失仅1.9%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8B backbone：吞吐量损失仅2.8%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保守基线，优化后开销更低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条件记忆是条件计算（MoE）的互补稀疏性轴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U型缩放定律指导MoE与Engram的最优容量分配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超预期发现：推理/代码/数学提升 &gt; 知识检索提升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等效加深网络 + 释放注意力容量 → 长上下文显著提升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确定性寻址实现基础设施感知效率，100B参数offload开销&lt;3%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