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3474720"/>
            <a:ext cx="3962095" cy="508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1A2E"/>
                </a:solidFill>
              </a:defRPr>
            </a:pPr>
            <a:r>
              <a:t>AutoFigure: Generating and Refining Publication-Ready Scientific Illustrations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40480"/>
            <a:ext cx="7619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4A4A6A"/>
                </a:solidFill>
              </a:defRPr>
            </a:pPr>
            <a:r>
              <a:t>Westlake University | FigureBench + AutoFigure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Research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Scientific illustrations are critical but creating them requires domain expertise + design skills, often taking days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Existing datasets (Paper2Fig100K, SciCap+) only use short captions, not full paper text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PosterAgent/PPTAgent only rearrange existing content, not generate original illustrations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T2I models produce visually appealing but structurally unfaithful scientific figures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Gap Analysis: Three Lines Converge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Dataset gap: benchmarks rely on short text/captions, not long-context (&gt;10K tokens)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System gap: current tools do content rearrangement, not original generation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T2I gap: diffusion models cannot maintain structural fidelity for scientific diagrams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Positioning: the last piece of the puzzle for AI Scientists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Core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New task: Long-context Scientific Illustration Design (input avg &gt;10K tokens)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FigureBench: first large-scale benchmark, 3300 pairs, IRR=0.91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AutoFigure: first agent-based Reasoned Rendering framework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Designer-Critic self-refinement with test-time scaling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Erase-and-Correct strategy for text rendering artifacts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B5797"/>
                </a:solidFill>
              </a:defRPr>
            </a:pPr>
            <a:r>
              <a:t>FigureBench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840480"/>
            <a:ext cx="6705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4A4A6A"/>
                </a:solidFill>
              </a:defRPr>
            </a:pPr>
            <a:r>
              <a:t>A Benchmark for Automated Scientific Illustration 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FigureBench Dataset 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427b279e10da724551764544459972b5e24a92cf9f4866b085c17f4d6810d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029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3300 text-illustration pairs from 4 sources: Paper, Survey, Blog, Textbook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Paper: avg 12732 tokens, highest complexity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300 test + 3000 dev, strictly separated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FigureBench Construction &amp;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Funnel pipeline: 400 papers -&gt; GPT-5 selects best figure -&gt; 16-day annotation -&gt; IRR=0.91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Dual evaluation: VLM-as-a-judge (3 dimensions, 8 sub-metrics) + blind pairwise comparison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Human expert evaluation: 10 first-authors assess their own papers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Dev set: fine-tuned VLM filters 3000 pairs from Research-14K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B5797"/>
                </a:solidFill>
              </a:defRPr>
            </a:pPr>
            <a:r>
              <a:t>AutoFigure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840480"/>
            <a:ext cx="6705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4A4A6A"/>
                </a:solidFill>
              </a:defRPr>
            </a:pPr>
            <a:r>
              <a:t>Reasoned Rendering: Reason First, Render Second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AutoFigure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eb14e64d02b7946a53a481b88c2a0e160279689944324d83a9f7b6ec651dd4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029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Stage I: Concept Extraction -&gt; symbolic layout S0/A0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Stage II: Designer-Critic iterative refinement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Stage III: Style-guided rendering + Erase-and-Correct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Stage I: Concept Extraction &amp;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VLM Agent extracts methodology summary + entity-relation set from long text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Serialized into SVG/HTML symbolic layout S0 and style description A0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Designer-Critic loop: AI Designer generates layout, AI Critic scores on alignment/overlap/balance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Iterative refinement until convergence (0-&gt;5 iterations, Overall 6.28-&gt;7.14)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Stage II: Rendering &amp; Text Correction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Style-guided rendering: (S_final, A_final) -&gt; T2I prompt + structure image -&gt; GPT-Image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Default Morandi-tone cartoon style, customizable per source type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Erase-and-Correct: erase all text pixels -&gt; OCR extract strings + bboxes -&gt; multimodal verifier aligns with ground truth -&gt; overlay vector text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Decouples visual quality (AI rendering) from text accuracy (programmatic overlay)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AutoFigure Generation 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5f6f365b3749dea62e1b33603f3c60774b7baa887ea2653d6fbcf4fa3b46d8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029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6 examples across diverse topics: NeRF, cognition, time series, knowledge editing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Unified Morandi-tone cartoon style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Demonstrates framework generality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B5797"/>
                </a:solidFill>
              </a:defRPr>
            </a:pPr>
            <a:r>
              <a:t>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840480"/>
            <a:ext cx="6705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4A4A6A"/>
                </a:solidFill>
              </a:defRPr>
            </a:pPr>
            <a:r>
              <a:t>Three-Layer Evaluation: Automatic + Human Expert + Ablation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Main Results (Table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73e0afe3ac693ddb7ce5514ff8409e24107af85d4d2869cf20e1411cc402c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029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AutoFigure achieves highest Overall across all 4 categories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Win-Rate: Textbook 97.5%, Survey 78.1%, Blog 75.0%, Paper 53.0%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Visual Design dimension dominates all baselines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Human Expert Evaluation (Figure 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fd6b7904e61bc01f6f0e57aaef956cb3c83fc7472000adeda53c96159c4f4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029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Win rate: AutoFigure 83.3% vs SVG Code 55.6%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66.7% first-authors willing to use AutoFigure output for publication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Likert: Accuracy 4.00, Clarity 4.14, Aesthetics 4.24 (out of 5)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Ablation Studies (Figure 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b6048697abfc366c08d133c1c04663b53c5fd674183205d9e6c7edd0a50d7a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029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Rendering stage significantly boosts Visual Design (Overall 6.38-&gt;7.48)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Test-time scaling: 0-&gt;5 iterations, Overall 6.28-&gt;7.14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Format comparison: SVG(8.98) &gt; HTML(8.85) &gt;&gt; PPT(6.12)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Qualitative Comparison: InstructGPT (Figure 6)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38ed660220d5ae191415e305b0556f58a60e7a53b70c60a63b0411d9cbf0e7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029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Diagram Agent: text-only flowchart, no visual design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GPT-Image: chaotic layout, poor structure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SVG/HTML: severe information loss or architecture deviation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AutoFigure: closest to original in structure + information + aesthetics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Conclusion &amp; Future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AutoFigure establishes the foundation for automated scientific illustration generation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Limitation: heavily relies on closed-source models (Gemini-2.5-Pro + GPT-Image), cost and reproducibility concerns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Paper Win-Rate only 53%: complex paper illustrations remain challenging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Future: open-source alternatives, interactive human-in-the-loop, dynamic/animated illustrations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Integration with AI Scientist for end-to-end paper + figure generation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