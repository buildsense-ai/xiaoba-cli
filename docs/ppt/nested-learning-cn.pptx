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4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Nested Learning: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DDE8F0"/>
                </a:solidFill>
              </a:defRPr>
            </a:pPr>
            <a:r>
              <a:t>深度学习架构的幻觉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</a:defRPr>
            </a:pPr>
            <a:r>
              <a:t>Behrouz, Razaviyayn, Zhong, Mirrokni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CCDD"/>
                </a:solidFill>
              </a:defRPr>
            </a:pPr>
            <a:r>
              <a:t>NeurIPS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研究背景与动机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深度学习堆叠层数的四大局限：计算深度不变、容量边际递减、优化次优、持续学习能力不变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大语言模型预训练后如同“顺行性遗忘症”患者，无法形成新的长期记忆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大脑通过多时间尺度的记忆巩固机制（在线巩固 + 离线巩固）实现持续学习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核心追问：是否需要超越“层堆叠”的新学习范式？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核心问题：大语言模型的静态本质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知识局限于即时上下文窗口（短期）或预训练 MLP 参数（长期）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部署后无法持续获取新知识，除非信息仍在上下文窗口内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现有方案（微调、外部记忆等）计算昂贵、缺乏泛化、易灾难性遗忘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上下文学习是唯一可适应组件，但受限于窗口大小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4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Nested Learning 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</a:defRPr>
            </a:pPr>
            <a:r>
              <a:t>将深度学习重新理解为嵌套优化问题的集合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生物启发：大脑的多时间尺度更新</a:t>
            </a:r>
          </a:p>
        </p:txBody>
      </p:sp>
      <p:pic>
        <p:nvPicPr>
          <p:cNvPr id="4" name="Picture 3" descr="b5c6888dccffcf9c49fe36f2e8cc609ffbd6ddb218603aa4457eb7373ee35b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大脑通过 Delta~Gamma 五种频段协调神经活动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低层神经元高频更新，高层神经元低频整合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NL 将 Transformer 重新解读为按不同频率更新的线性层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统一可复用结构 + 多时间尺度 = 持续学习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核心洞察：学习 = 压缩上下文流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所有深度学习组件（网络 + 优化器）都是压缩自身上下文流的关联记忆系统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关联记忆：将键（keys）映射到值（values）的算子，通过优化目标函数学习映射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训练 = 将数据映射到“局部惊讶信号”（LSS）的记忆获取过程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不同组件按更新频率排序，形成嵌套的多层级优化问题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NL 范式 vs 深度学习视角</a:t>
            </a:r>
          </a:p>
        </p:txBody>
      </p:sp>
      <p:pic>
        <p:nvPicPr>
          <p:cNvPr id="4" name="Picture 3" descr="109cf9ff8de6674b17b2752024ccc6ac082dfd362a7a626c4e8ae84ea14b5b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深度学习：扁平化视角，单一梯度流，内部动态不透明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NL：每个子组件拥有独立梯度流和优化目标，数学白盒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神经学习模块：多层级结构，每层压缩不同时间尺度的上下文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贡献一：深度优化器（Deep Optimizers）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动量项本质上是压缩过去梯度的无键关联记忆模块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Adam（经小修改）是梯度的最优关联记忆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扩展一：更强关联——预调节（利用 Hessian 信息）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扩展二：更强目标——delta-rule，更好的容量管理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扩展三：更强记忆——MLP 替代线性层（深度动量梯度下降）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扩展四：非线性输出——Newton-Schulz 方法，等价于 Muon 优化器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4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HoPE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DEE"/>
                </a:solidFill>
              </a:defRPr>
            </a:pPr>
            <a:r>
              <a:t>自修改 Titans + 连续记忆系统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贡献二三：自修改模型 + 连续记忆系统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自修改 Titans：学习修改自身更新算法，动态调整 q/k/v 投影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连续记忆系统（CMS）：一条 MLP 链，每个块以不同频率更新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CMS 将传统长短期记忆的二分法泛化为连续频谱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每层 MLP 参数压缩自身上下文，是该时间尺度上抽象知识的代表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HoPE vs Transformer 架构对比</a:t>
            </a:r>
          </a:p>
        </p:txBody>
      </p:sp>
      <p:pic>
        <p:nvPicPr>
          <p:cNvPr id="4" name="Picture 3" descr="7b8edee6945be0eb0adb154a3e8a8c4dea752df596ac0ac3a71edbedd0008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Transformer 只有两个极端频率层级（FFN 参数频率=0，注意力激活频率=∞）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HoPE 填充中间频谱：高/中/低频 FFN 层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块长度：16 → 1M → 16M（从底到顶）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更新频率：1M → 16 → 1（从快到慢）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平滑的记忆时间尺度频谱 vs 两极分化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实验结果：语言建模与常识推理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4B5"/>
                </a:solidFill>
              </a:defRPr>
            </a:pPr>
            <a:r>
              <a:t>760M 参数 / 30B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HoPE 平均：52.26%（最优）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Titans LMM：51.56%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Samba：51.08%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Transformer++：48.69%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4B5"/>
                </a:solidFill>
              </a:defRPr>
            </a:pPr>
            <a:r>
              <a:t>1.3B 参数 / 100B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HoPE 平均：57.23%（最优）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Titans LMM：56.82%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Samba：54.00%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•  Transformer++：52.25%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关键：动态 q/k/v 投影 + 深度记忆模块 → 更低困惑度、更高准确率。优势随规模增大而更明显。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</a:defRPr>
            </a:pPr>
            <a:r>
              <a:t>总结与评价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NL 提供了数学白盒、神经科学合理的统一框架，同时解释架构设计和优化算法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HoPE 在多个规模下持续超越 Transformer++ 和现代循环网络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局限：主文因页数限制不够完整，大量实验仅在附录中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性能差距较小（57.23 vs 56.82 @ 1.3B），需要更大规模验证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 开放问题：NL 能否指导设计全新架构？CMS 频率选择是否有理论指导？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